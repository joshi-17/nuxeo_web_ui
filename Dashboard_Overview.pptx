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3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Dashboard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self-serve view of platform usage — no technical help needed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200400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31750">
            <a:solidFill>
              <a:srgbClr val="6AA03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20240"/>
            <a:ext cx="3200400" cy="868680"/>
          </a:xfrm>
          <a:prstGeom prst="roundRect">
            <a:avLst>
              <a:gd name="adj" fmla="val 14737"/>
            </a:avLst>
          </a:prstGeom>
          <a:solidFill>
            <a:srgbClr val="6AA03E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423160"/>
            <a:ext cx="3200400" cy="365760"/>
          </a:xfrm>
          <a:prstGeom prst="rect">
            <a:avLst/>
          </a:prstGeom>
          <a:solidFill>
            <a:srgbClr val="6AA03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9339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🗄️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3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Nuxeo Data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33756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storage &amp; migration activity</a:t>
            </a:r>
            <a:endParaRPr lang="en-US" sz="12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live and up to date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80560" y="1920240"/>
            <a:ext cx="3200400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31750">
            <a:solidFill>
              <a:srgbClr val="3C6E9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1920240"/>
            <a:ext cx="3200400" cy="868680"/>
          </a:xfrm>
          <a:prstGeom prst="roundRect">
            <a:avLst>
              <a:gd name="adj" fmla="val 14737"/>
            </a:avLst>
          </a:prstGeom>
          <a:solidFill>
            <a:srgbClr val="3C6E9E"/>
          </a:solidFill>
          <a:ln/>
        </p:spPr>
      </p:sp>
      <p:sp>
        <p:nvSpPr>
          <p:cNvPr id="12" name="Shape 10"/>
          <p:cNvSpPr/>
          <p:nvPr/>
        </p:nvSpPr>
        <p:spPr>
          <a:xfrm>
            <a:off x="4480560" y="2423160"/>
            <a:ext cx="3200400" cy="365760"/>
          </a:xfrm>
          <a:prstGeom prst="rect">
            <a:avLst/>
          </a:prstGeom>
          <a:solidFill>
            <a:srgbClr val="3C6E9E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99339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480560" y="2880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3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09160" y="333756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Growth, migration &amp; top use cases</a:t>
            </a:r>
            <a:endParaRPr lang="en-US" sz="12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time period, any view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321040" y="1920240"/>
            <a:ext cx="3200400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31750">
            <a:solidFill>
              <a:srgbClr val="C08A2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1920240"/>
            <a:ext cx="3200400" cy="868680"/>
          </a:xfrm>
          <a:prstGeom prst="roundRect">
            <a:avLst>
              <a:gd name="adj" fmla="val 14737"/>
            </a:avLst>
          </a:prstGeom>
          <a:solidFill>
            <a:srgbClr val="C08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8321040" y="2423160"/>
            <a:ext cx="3200400" cy="365760"/>
          </a:xfrm>
          <a:prstGeom prst="rect">
            <a:avLst/>
          </a:prstGeom>
          <a:solidFill>
            <a:srgbClr val="C08A2E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199339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8321040" y="2880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3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Owner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549640" y="333756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answers at a glance</a:t>
            </a:r>
            <a:endParaRPr lang="en-US" sz="12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developer or query needed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886200" y="2788920"/>
            <a:ext cx="594360" cy="640080"/>
          </a:xfrm>
          <a:prstGeom prst="chevron">
            <a:avLst/>
          </a:prstGeom>
          <a:solidFill>
            <a:srgbClr val="9AA88C"/>
          </a:solidFill>
          <a:ln/>
        </p:spPr>
      </p:sp>
      <p:sp>
        <p:nvSpPr>
          <p:cNvPr id="23" name="Shape 21"/>
          <p:cNvSpPr/>
          <p:nvPr/>
        </p:nvSpPr>
        <p:spPr>
          <a:xfrm>
            <a:off x="7726680" y="2788920"/>
            <a:ext cx="594360" cy="640080"/>
          </a:xfrm>
          <a:prstGeom prst="chevron">
            <a:avLst/>
          </a:prstGeom>
          <a:solidFill>
            <a:srgbClr val="9AA88C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470916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2F6EC"/>
          </a:solidFill>
          <a:ln w="19050">
            <a:solidFill>
              <a:srgbClr val="6AA0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5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leadership can now answer at a glance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2960" y="528523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is the platform growing?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97680" y="528523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along is migration?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0" y="528523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use cases drive usage?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Nuxeo &amp; Elasticsearch  ·  built to stay fast as data grows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the Dashboard Works</dc:title>
  <dc:subject>PptxGenJS Presentation</dc:subject>
  <dc:creator>PptxGenJS</dc:creator>
  <cp:lastModifiedBy>PptxGenJS</cp:lastModifiedBy>
  <cp:revision>1</cp:revision>
  <dcterms:created xsi:type="dcterms:W3CDTF">2026-07-06T09:34:06Z</dcterms:created>
  <dcterms:modified xsi:type="dcterms:W3CDTF">2026-07-06T09:34:06Z</dcterms:modified>
</cp:coreProperties>
</file>