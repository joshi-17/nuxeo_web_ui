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Nuxeo Analytical Dashboard — month-over-month growth, migration adoption &amp; top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9AA8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1234440"/>
            <a:ext cx="2880360" cy="2514600"/>
          </a:xfrm>
          <a:prstGeom prst="roundRect">
            <a:avLst>
              <a:gd name="adj" fmla="val 3636"/>
            </a:avLst>
          </a:prstGeom>
          <a:solidFill>
            <a:srgbClr val="EEF3E6"/>
          </a:solidFill>
          <a:ln w="25400">
            <a:solidFill>
              <a:srgbClr val="7A9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48840" y="1325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169164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7CAE4F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691640"/>
            <a:ext cx="2423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Dashboard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Component · Polymer 2 + Nuxeo Web UI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selector · KPIs · charts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269748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6AA03E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697480"/>
            <a:ext cx="2423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· Migration · Top 5 Use Cases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Chart.js: bars, donut, pie, progress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EF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· migrated vs non-migrated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40680" y="1234440"/>
            <a:ext cx="3200400" cy="2514600"/>
          </a:xfrm>
          <a:prstGeom prst="roundRect">
            <a:avLst>
              <a:gd name="adj" fmla="val 3636"/>
            </a:avLst>
          </a:prstGeom>
          <a:solidFill>
            <a:srgbClr val="E7EFDD"/>
          </a:solidFill>
          <a:ln w="25400">
            <a:solidFill>
              <a:srgbClr val="5E7D3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NUXEO SERVER (Application Tier)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0" y="169164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4E7A2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nuxeo-page-provider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NXQL · page-size = 0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resultsCount (count only)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0" y="26974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3C5F23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69748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nuxeo-repository-data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aggregations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grouped-by · date-intervals · sum(size)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1234440"/>
            <a:ext cx="2743200" cy="2514600"/>
          </a:xfrm>
          <a:prstGeom prst="roundRect">
            <a:avLst>
              <a:gd name="adj" fmla="val 3636"/>
            </a:avLst>
          </a:prstGeom>
          <a:solidFill>
            <a:srgbClr val="E4EDF4"/>
          </a:solidFill>
          <a:ln w="25400">
            <a:solidFill>
              <a:srgbClr val="2F5F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525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(Index Tier)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281160" y="16916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2F6690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per month / per type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sums — no docs returned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81160" y="269748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254E6E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2697480"/>
            <a:ext cx="22860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Queries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resultsCount = total hits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billion-document safe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737360" y="2286000"/>
            <a:ext cx="411480" cy="0"/>
          </a:xfrm>
          <a:prstGeom prst="line">
            <a:avLst/>
          </a:prstGeom>
          <a:noFill/>
          <a:ln w="31750">
            <a:solidFill>
              <a:srgbClr val="5B7A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0" y="2148840"/>
            <a:ext cx="411480" cy="0"/>
          </a:xfrm>
          <a:prstGeom prst="line">
            <a:avLst/>
          </a:prstGeom>
          <a:noFill/>
          <a:ln w="31750">
            <a:solidFill>
              <a:srgbClr val="5B7A3A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956048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41080" y="2148840"/>
            <a:ext cx="411480" cy="0"/>
          </a:xfrm>
          <a:prstGeom prst="line">
            <a:avLst/>
          </a:prstGeom>
          <a:noFill/>
          <a:ln w="31750">
            <a:solidFill>
              <a:srgbClr val="5B7A3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95360" y="1874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NXQL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41080" y="2743200"/>
            <a:ext cx="411480" cy="0"/>
          </a:xfrm>
          <a:prstGeom prst="line">
            <a:avLst/>
          </a:prstGeom>
          <a:noFill/>
          <a:ln w="31750">
            <a:solidFill>
              <a:srgbClr val="C07A30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5029200" y="2743200"/>
            <a:ext cx="411480" cy="0"/>
          </a:xfrm>
          <a:prstGeom prst="line">
            <a:avLst/>
          </a:prstGeom>
          <a:noFill/>
          <a:ln w="31750">
            <a:solidFill>
              <a:srgbClr val="C07A30"/>
            </a:solidFill>
            <a:prstDash val="solid"/>
            <a:headEnd type="triangle"/>
          </a:ln>
        </p:spPr>
      </p:sp>
      <p:sp>
        <p:nvSpPr>
          <p:cNvPr id="31" name="Shape 29"/>
          <p:cNvSpPr/>
          <p:nvPr/>
        </p:nvSpPr>
        <p:spPr>
          <a:xfrm>
            <a:off x="1737360" y="2514600"/>
            <a:ext cx="411480" cy="0"/>
          </a:xfrm>
          <a:prstGeom prst="line">
            <a:avLst/>
          </a:prstGeom>
          <a:noFill/>
          <a:ln w="31750">
            <a:solidFill>
              <a:srgbClr val="C07A30"/>
            </a:solidFill>
            <a:prstDash val="solid"/>
            <a:headEnd type="triangle"/>
          </a:ln>
        </p:spPr>
      </p:sp>
      <p:sp>
        <p:nvSpPr>
          <p:cNvPr id="32" name="Text 30"/>
          <p:cNvSpPr/>
          <p:nvPr/>
        </p:nvSpPr>
        <p:spPr>
          <a:xfrm>
            <a:off x="365760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aggregation buckets &amp; counts as JSON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246120"/>
            <a:ext cx="274320" cy="0"/>
          </a:xfrm>
          <a:prstGeom prst="line">
            <a:avLst/>
          </a:prstGeom>
          <a:noFill/>
          <a:ln w="31750">
            <a:solidFill>
              <a:srgbClr val="5B7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1455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274320" cy="0"/>
          </a:xfrm>
          <a:prstGeom prst="line">
            <a:avLst/>
          </a:prstGeom>
          <a:noFill/>
          <a:ln w="31750">
            <a:solidFill>
              <a:srgbClr val="C07A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3741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2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Details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7200" y="461772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2860">
            <a:solidFill>
              <a:srgbClr val="7A9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4709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Storage — Aggregation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50749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&lt;nuxeo-repository-data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grouped-by="ecm:primaryType"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with-date-intervals="month"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metrics="sum(file:content.length)"&gt;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5989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groups by month &amp; type; returns only buckets — never documents.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97680" y="4617720"/>
            <a:ext cx="3840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2860">
            <a:solidFill>
              <a:srgbClr val="5E7D3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9768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5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Count — NXQL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480560" y="5074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Document WHERE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dc:created BETWEEN &lt;start&gt; AND &lt;end&gt;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fid_migration:migrationHistory/*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 NOT NULL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0560" y="5943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migration-history entry present =&gt; migrated.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Non-migrated = total − migrated.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75320" y="46177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2860">
            <a:solidFill>
              <a:srgbClr val="2F5F8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275320" y="4709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Behavior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458200" y="50749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→ Elasticsearch aggregations (buckets)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→ resultsCount, page-size = 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documents fetched for any number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Period-driven: one date range → all views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safely to a billion documents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&amp; Implementation</dc:title>
  <dc:subject>PptxGenJS Presentation</dc:subject>
  <dc:creator>PptxGenJS</dc:creator>
  <cp:lastModifiedBy>PptxGenJS</cp:lastModifiedBy>
  <cp:revision>1</cp:revision>
  <dcterms:created xsi:type="dcterms:W3CDTF">2026-07-04T11:25:35Z</dcterms:created>
  <dcterms:modified xsi:type="dcterms:W3CDTF">2026-07-04T11:25:35Z</dcterms:modified>
</cp:coreProperties>
</file>