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56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Nuxeo Usage Tracking Dashboard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932688"/>
            <a:ext cx="1554480" cy="54864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005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109960" cy="914400"/>
          </a:xfrm>
          <a:prstGeom prst="roundRect">
            <a:avLst>
              <a:gd name="adj" fmla="val 10000"/>
            </a:avLst>
          </a:prstGeom>
          <a:solidFill>
            <a:srgbClr val="1E5631"/>
          </a:solidFill>
          <a:ln/>
          <a:effectLst>
            <a:outerShdw sx="100000" sy="100000" kx="0" ky="0" algn="bl" rotWithShape="0" blurRad="101600" dist="38100" dir="5400000">
              <a:srgbClr val="1B3A1B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5087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the platform's growth is visible only in </a:t>
            </a:r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raw, technical terms</a:t>
            </a:r>
            <a:pPr indent="0" marL="0">
              <a:buNone/>
            </a:pPr>
            <a:r>
              <a:rPr lang="en-US" sz="19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leaving the business without answers.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EXISTS TODAY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5074920" cy="749808"/>
          </a:xfrm>
          <a:prstGeom prst="roundRect">
            <a:avLst>
              <a:gd name="adj" fmla="val 9756"/>
            </a:avLst>
          </a:prstGeom>
          <a:solidFill>
            <a:srgbClr val="F3F9F3"/>
          </a:solidFill>
          <a:ln w="15875">
            <a:solidFill>
              <a:srgbClr val="E6F2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291840"/>
            <a:ext cx="91440" cy="749808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3291840"/>
            <a:ext cx="4617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out-of-the-box repository analytics tab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169664"/>
            <a:ext cx="5074920" cy="749808"/>
          </a:xfrm>
          <a:prstGeom prst="roundRect">
            <a:avLst>
              <a:gd name="adj" fmla="val 9756"/>
            </a:avLst>
          </a:prstGeom>
          <a:solidFill>
            <a:srgbClr val="F3F9F3"/>
          </a:solidFill>
          <a:ln w="15875">
            <a:solidFill>
              <a:srgbClr val="E6F2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4169664"/>
            <a:ext cx="91440" cy="749808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4169664"/>
            <a:ext cx="4617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Presents raw, technical stats only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5047488"/>
            <a:ext cx="5074920" cy="749808"/>
          </a:xfrm>
          <a:prstGeom prst="roundRect">
            <a:avLst>
              <a:gd name="adj" fmla="val 9756"/>
            </a:avLst>
          </a:prstGeom>
          <a:solidFill>
            <a:srgbClr val="F3F9F3"/>
          </a:solidFill>
          <a:ln w="15875">
            <a:solidFill>
              <a:srgbClr val="E6F2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5047488"/>
            <a:ext cx="91440" cy="749808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5047488"/>
            <a:ext cx="4617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lens for migration progress or business use cases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806440" y="4160520"/>
            <a:ext cx="502920" cy="777240"/>
          </a:xfrm>
          <a:prstGeom prst="chevron">
            <a:avLst/>
          </a:prstGeom>
          <a:solidFill>
            <a:srgbClr val="B0682A"/>
          </a:solidFill>
          <a:ln/>
        </p:spPr>
      </p:sp>
      <p:sp>
        <p:nvSpPr>
          <p:cNvPr id="18" name="Text 16"/>
          <p:cNvSpPr/>
          <p:nvPr/>
        </p:nvSpPr>
        <p:spPr>
          <a:xfrm>
            <a:off x="5577840" y="4956048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06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to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0" y="288036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6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PAIN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83680" y="3291840"/>
            <a:ext cx="5074920" cy="749808"/>
          </a:xfrm>
          <a:prstGeom prst="roundRect">
            <a:avLst>
              <a:gd name="adj" fmla="val 9756"/>
            </a:avLst>
          </a:prstGeom>
          <a:solidFill>
            <a:srgbClr val="FBF3EC"/>
          </a:solidFill>
          <a:ln w="15875">
            <a:solidFill>
              <a:srgbClr val="E8CBB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0" y="3291840"/>
            <a:ext cx="91440" cy="749808"/>
          </a:xfrm>
          <a:prstGeom prst="roundRect">
            <a:avLst>
              <a:gd name="adj" fmla="val 50000"/>
            </a:avLst>
          </a:prstGeom>
          <a:solidFill>
            <a:srgbClr val="B0682A"/>
          </a:solidFill>
          <a:ln/>
        </p:spPr>
      </p:sp>
      <p:sp>
        <p:nvSpPr>
          <p:cNvPr id="22" name="Text 20"/>
          <p:cNvSpPr/>
          <p:nvPr/>
        </p:nvSpPr>
        <p:spPr>
          <a:xfrm>
            <a:off x="6839712" y="3291840"/>
            <a:ext cx="4617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3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owners can't see platform growth or adoption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583680" y="4169664"/>
            <a:ext cx="5074920" cy="749808"/>
          </a:xfrm>
          <a:prstGeom prst="roundRect">
            <a:avLst>
              <a:gd name="adj" fmla="val 9756"/>
            </a:avLst>
          </a:prstGeom>
          <a:solidFill>
            <a:srgbClr val="FBF3EC"/>
          </a:solidFill>
          <a:ln w="15875">
            <a:solidFill>
              <a:srgbClr val="E8CBB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0" y="4169664"/>
            <a:ext cx="91440" cy="749808"/>
          </a:xfrm>
          <a:prstGeom prst="roundRect">
            <a:avLst>
              <a:gd name="adj" fmla="val 50000"/>
            </a:avLst>
          </a:prstGeom>
          <a:solidFill>
            <a:srgbClr val="B0682A"/>
          </a:solidFill>
          <a:ln/>
        </p:spPr>
      </p:sp>
      <p:sp>
        <p:nvSpPr>
          <p:cNvPr id="25" name="Text 23"/>
          <p:cNvSpPr/>
          <p:nvPr/>
        </p:nvSpPr>
        <p:spPr>
          <a:xfrm>
            <a:off x="6839712" y="4169664"/>
            <a:ext cx="4617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3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progress stays invisible — hard to track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583680" y="5047488"/>
            <a:ext cx="5074920" cy="749808"/>
          </a:xfrm>
          <a:prstGeom prst="roundRect">
            <a:avLst>
              <a:gd name="adj" fmla="val 9756"/>
            </a:avLst>
          </a:prstGeom>
          <a:solidFill>
            <a:srgbClr val="FBF3EC"/>
          </a:solidFill>
          <a:ln w="15875">
            <a:solidFill>
              <a:srgbClr val="E8CBB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0" y="5047488"/>
            <a:ext cx="91440" cy="749808"/>
          </a:xfrm>
          <a:prstGeom prst="roundRect">
            <a:avLst>
              <a:gd name="adj" fmla="val 50000"/>
            </a:avLst>
          </a:prstGeom>
          <a:solidFill>
            <a:srgbClr val="B0682A"/>
          </a:solidFill>
          <a:ln/>
        </p:spPr>
      </p:sp>
      <p:sp>
        <p:nvSpPr>
          <p:cNvPr id="28" name="Text 26"/>
          <p:cNvSpPr/>
          <p:nvPr/>
        </p:nvSpPr>
        <p:spPr>
          <a:xfrm>
            <a:off x="6839712" y="5047488"/>
            <a:ext cx="4617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3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view of the top use cases driving the platform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48640" y="6172200"/>
            <a:ext cx="11109960" cy="548640"/>
          </a:xfrm>
          <a:prstGeom prst="roundRect">
            <a:avLst>
              <a:gd name="adj" fmla="val 16667"/>
            </a:avLst>
          </a:prstGeom>
          <a:solidFill>
            <a:srgbClr val="E6F2E6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6172200"/>
            <a:ext cx="11109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needs one clear, self-serve view of how the platform is growing and how far migration has come.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Statement</dc:title>
  <dc:subject>PptxGenJS Presentation</dc:subject>
  <dc:creator>PptxGenJS</dc:creator>
  <cp:lastModifiedBy>PptxGenJS</cp:lastModifiedBy>
  <cp:revision>1</cp:revision>
  <dcterms:created xsi:type="dcterms:W3CDTF">2026-07-07T05:26:44Z</dcterms:created>
  <dcterms:modified xsi:type="dcterms:W3CDTF">2026-07-07T05:26:44Z</dcterms:modified>
</cp:coreProperties>
</file>